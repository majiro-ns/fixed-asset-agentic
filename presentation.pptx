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274320"/>
            <a:ext cx="137160" cy="1371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274320"/>
            <a:ext cx="137160" cy="13716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274320"/>
            <a:ext cx="137160" cy="13716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600" b="1">
                <a:solidFill>
                  <a:srgbClr val="FFFFFF"/>
                </a:solidFill>
                <a:latin typeface="Meiryo UI"/>
              </a:defRPr>
            </a:pPr>
            <a:r>
              <a:t>固定資産AI仕分けエージェント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4285F4"/>
                </a:solidFill>
                <a:latin typeface="Meiryo UI"/>
              </a:defRPr>
            </a:pPr>
            <a:r>
              <a:t>「知らないを、知っているAI」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0">
                <a:solidFill>
                  <a:srgbClr val="D1D5DB"/>
                </a:solidFill>
                <a:latin typeface="Meiryo UI"/>
              </a:defRPr>
            </a:pPr>
            <a:r>
              <a:t>— 迷ったら止まる。聞く。変わる。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第4回 Agentic AI Hackathon with Google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経理現場のリアル — 検証する余裕がない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4114800" cy="411480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2000" b="1">
                <a:solidFill>
                  <a:srgbClr val="4285F4"/>
                </a:solidFill>
                <a:latin typeface="Meiryo UI"/>
              </a:defRPr>
            </a:pPr>
            <a:r>
              <a:t>ペルソナ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設備会社の経理担当者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入社10年目、経理一筋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税務の専門教育は未受講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月末は残業続きで余裕なし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固定資産の判定が最も不安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103120"/>
            <a:ext cx="6156655" cy="123444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2240280"/>
            <a:ext cx="5608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EA4335"/>
                </a:solidFill>
                <a:latin typeface="Meiryo UI"/>
              </a:defRPr>
            </a:pPr>
            <a:r>
              <a:t>1. 判定の複雑さ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税法の知識が必要。資本的支出 vs 修繕費の</a:t>
            </a:r>
            <a:br/>
            <a:r>
              <a:t>判断は属人的で、正解がわかりにくい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520440"/>
            <a:ext cx="6156655" cy="123444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657600"/>
            <a:ext cx="5608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EA4335"/>
                </a:solidFill>
                <a:latin typeface="Meiryo UI"/>
              </a:defRPr>
            </a:pPr>
            <a:r>
              <a:t>2. ミスの恐怖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誤判定は税務調査で指摘されるリスク。</a:t>
            </a:r>
            <a:br/>
            <a:r>
              <a:t>修正申告 + 追徴課税の可能性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937760"/>
            <a:ext cx="6156655" cy="123444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5074920"/>
            <a:ext cx="5608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EA4335"/>
                </a:solidFill>
                <a:latin typeface="Meiryo UI"/>
              </a:defRPr>
            </a:pPr>
            <a:r>
              <a:t>3. 月末の時間圧力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締め処理に追われ、判定を十分に</a:t>
            </a:r>
            <a:br/>
            <a:r>
              <a:t>検証する余裕がない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828800" cy="4572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解決策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Stop-first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D1D5DB"/>
                </a:solidFill>
                <a:latin typeface="Meiryo UI"/>
              </a:defRPr>
            </a:pPr>
            <a:r>
              <a:t>AIが「迷ったら止まる」。人の判断を奪わない、支えるAI。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8544" y="2560320"/>
            <a:ext cx="3017520" cy="329184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8544" y="2560320"/>
            <a:ext cx="301752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584" y="27889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FF6D00"/>
                </a:solidFill>
                <a:latin typeface="Meiryo UI"/>
              </a:defRPr>
            </a:pPr>
            <a:r>
              <a:t>STEP 1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800" b="1">
                <a:solidFill>
                  <a:srgbClr val="FF6D00"/>
                </a:solidFill>
                <a:latin typeface="Meiryo UI"/>
              </a:defRPr>
            </a:pPr>
            <a:r>
              <a:t>止まる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2200" b="0">
                <a:solidFill>
                  <a:srgbClr val="9CA3AF"/>
                </a:solidFill>
                <a:latin typeface="Meiryo UI"/>
              </a:defRPr>
            </a:pPr>
            <a:r>
              <a:t>Stop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確信度 &lt; 0.7 で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自動判定を一時停止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GUIDANCE 判定を発行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4285792" y="4078224"/>
            <a:ext cx="274320" cy="27432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78984" y="2560320"/>
            <a:ext cx="3017520" cy="329184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78984" y="2560320"/>
            <a:ext cx="30175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9024" y="27889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4285F4"/>
                </a:solidFill>
                <a:latin typeface="Meiryo UI"/>
              </a:defRPr>
            </a:pPr>
            <a:r>
              <a:t>STEP 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800" b="1">
                <a:solidFill>
                  <a:srgbClr val="4285F4"/>
                </a:solidFill>
                <a:latin typeface="Meiryo UI"/>
              </a:defRPr>
            </a:pPr>
            <a:r>
              <a:t>聞く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2200" b="0">
                <a:solidFill>
                  <a:srgbClr val="9CA3AF"/>
                </a:solidFill>
                <a:latin typeface="Meiryo UI"/>
              </a:defRPr>
            </a:pPr>
            <a:r>
              <a:t>Ask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不足情報を構造化して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「なぜ必要か」を提示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人間に確認を求める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7806232" y="4078224"/>
            <a:ext cx="274320" cy="27432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9424" y="2560320"/>
            <a:ext cx="3017520" cy="329184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9424" y="2560320"/>
            <a:ext cx="301752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9464" y="27889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EA4335"/>
                </a:solidFill>
                <a:latin typeface="Meiryo UI"/>
              </a:defRPr>
            </a:pPr>
            <a:r>
              <a:t>STEP 3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800" b="1">
                <a:solidFill>
                  <a:srgbClr val="EA4335"/>
                </a:solidFill>
                <a:latin typeface="Meiryo UI"/>
              </a:defRPr>
            </a:pPr>
            <a:r>
              <a:t>変わる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2200" b="0">
                <a:solidFill>
                  <a:srgbClr val="9CA3AF"/>
                </a:solidFill>
                <a:latin typeface="Meiryo UI"/>
              </a:defRPr>
            </a:pPr>
            <a:r>
              <a:t>Change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回答を受けて再判定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Before/After DIFF 生成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監査証跡として保存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デモ画面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単品判定フロー — メインUI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見積書データ</a:t>
            </a:r>
            <a:br/>
            <a:r>
              <a:t>投入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10312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Gemini 3 Pro</a:t>
            </a:r>
            <a:br/>
            <a:r>
              <a:t>AI判定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10312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3値判定</a:t>
            </a:r>
            <a:br/>
            <a:r>
              <a:t>結果表示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2834640" y="2578608"/>
            <a:ext cx="274320" cy="27432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5577840" y="2578608"/>
            <a:ext cx="274320" cy="27432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2194560"/>
            <a:ext cx="2560320" cy="347472"/>
          </a:xfrm>
          <a:prstGeom prst="roundRect">
            <a:avLst>
              <a:gd name="adj" fmla="val 3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CAPITAL_LIKE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606040"/>
            <a:ext cx="2560320" cy="347472"/>
          </a:xfrm>
          <a:prstGeom prst="roundRect">
            <a:avLst>
              <a:gd name="adj" fmla="val 3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EXPENSE_LIKE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017520"/>
            <a:ext cx="2560320" cy="347472"/>
          </a:xfrm>
          <a:prstGeom prst="roundRect">
            <a:avLst>
              <a:gd name="adj" fmla="val 30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0D0D"/>
                </a:solidFill>
                <a:latin typeface="Meiryo UI"/>
              </a:defRPr>
            </a:pPr>
            <a:r>
              <a:t>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ユーザー体験のポイント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329184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400" b="1">
                <a:solidFill>
                  <a:srgbClr val="34A853"/>
                </a:solidFill>
                <a:latin typeface="Meiryo UI"/>
              </a:defRPr>
            </a:pPr>
            <a:r>
              <a:t>即時フィードバック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明確なケースは</a:t>
            </a:r>
            <a:br/>
            <a:r>
              <a:t>根拠付きで即座に判定。</a:t>
            </a:r>
            <a:br/>
            <a:r>
              <a:t>キーワード・金額を表示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0384" y="438912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0384" y="4389120"/>
            <a:ext cx="3291840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704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400" b="1">
                <a:solidFill>
                  <a:srgbClr val="FF6D00"/>
                </a:solidFill>
                <a:latin typeface="Meiryo UI"/>
              </a:defRPr>
            </a:pPr>
            <a:r>
              <a:t>対話的解決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GUIDANCE時は不足情報を</a:t>
            </a:r>
            <a:br/>
            <a:r>
              <a:t>構造化して質問。</a:t>
            </a:r>
            <a:br/>
            <a:r>
              <a:t>クイックピックで簡単回答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9248" y="438912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9248" y="4389120"/>
            <a:ext cx="329184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3568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400" b="1">
                <a:solidFill>
                  <a:srgbClr val="EA4335"/>
                </a:solidFill>
                <a:latin typeface="Meiryo UI"/>
              </a:defRPr>
            </a:pPr>
            <a:r>
              <a:t>完全な追跡性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Before/After DIFF で</a:t>
            </a:r>
            <a:br/>
            <a:r>
              <a:t>判定変更の全過程を記録。</a:t>
            </a:r>
            <a:br/>
            <a:r>
              <a:t>監査証跡として保存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デモ画面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PDF一括アップロード &amp; バッチ判定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月末の大量処理を効率化。全件一括でAI判定し、要確認案件だけを抽出。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303520" cy="38404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2400" b="1">
                <a:solidFill>
                  <a:srgbClr val="4285F4"/>
                </a:solidFill>
                <a:latin typeface="Meiryo UI"/>
              </a:defRPr>
            </a:pPr>
            <a:r>
              <a:t>バッチ処理フロー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1.  複数PDF見積書をドラッグ&amp;ドロップ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2.  Document AI で一括テキスト抽出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3.  Gemini 3 Pro で全件一括AI判定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FF6D00"/>
                </a:solidFill>
                <a:latin typeface="Meiryo UI"/>
              </a:defRPr>
            </a:pPr>
            <a:r>
              <a:t>4.  GUIDANCE案件のみ人間レビュー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D1D5DB"/>
                </a:solidFill>
                <a:latin typeface="Meiryo UI"/>
              </a:defRPr>
            </a:pPr>
            <a:r>
              <a:t>5.  判定結果を一覧でエクスポート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EA4335"/>
                </a:solidFill>
                <a:latin typeface="Meiryo UI"/>
              </a:defRPr>
            </a:pPr>
            <a:r>
              <a:t>業務効率化のインパクト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37744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2377440"/>
            <a:ext cx="256032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処理時間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EA4335"/>
                </a:solidFill>
                <a:latin typeface="Meiryo UI"/>
              </a:defRPr>
            </a:pPr>
            <a:r>
              <a:t>67%削減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15分 → 5分/件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57055" y="237744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57055" y="23774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9935" y="2514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年間削減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4285F4"/>
                </a:solidFill>
                <a:latin typeface="Meiryo UI"/>
              </a:defRPr>
            </a:pPr>
            <a:r>
              <a:t>200時間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会計事務所規模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2519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251960"/>
            <a:ext cx="256032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3891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判断ミス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34A853"/>
                </a:solidFill>
                <a:latin typeface="Meiryo UI"/>
              </a:defRPr>
            </a:pPr>
            <a:r>
              <a:t>80%+削減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Stop-first設計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7055" y="42519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7055" y="4251960"/>
            <a:ext cx="2560320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9935" y="43891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月末残業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FF6D00"/>
                </a:solidFill>
                <a:latin typeface="Meiryo UI"/>
              </a:defRPr>
            </a:pPr>
            <a:r>
              <a:t>60%削減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要確認案件のみ集中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943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* 導入効果は中小企業〜会計事務所の試算値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4572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技術スタック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Google Cloud で構築する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EA4335"/>
                </a:solidFill>
                <a:latin typeface="Meiryo UI"/>
              </a:defRPr>
            </a:pPr>
            <a:r>
              <a:t>Gemini 3 Pro Preview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固定資産判定の頭脳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thinking_level=HIGH で深い税務推論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System Prompt に税務知識を体系注入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JSON構造化出力で判定結果を安定化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2011680"/>
            <a:ext cx="5120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575" y="219456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4285F4"/>
                </a:solidFill>
                <a:latin typeface="Meiryo UI"/>
              </a:defRPr>
            </a:pPr>
            <a:r>
              <a:t>Cloud Run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サーバーレス実行基盤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FastAPI (API) + Streamlit (UI)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自動スケーリング・低運用コスト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Docker コンテナで完全な再現性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120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4285F4"/>
                </a:solidFill>
                <a:latin typeface="Meiryo UI"/>
              </a:defRPr>
            </a:pPr>
            <a:r>
              <a:t>Document AI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PDF見積書のテキスト抽出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日本語帳票に対応した高精度OCR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PDF → 構造化データの自動変換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Feature Flag で段階的に導入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9535" y="438912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9535" y="4389120"/>
            <a:ext cx="512064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9575" y="45720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FF6D00"/>
                </a:solidFill>
                <a:latin typeface="Meiryo UI"/>
              </a:defRPr>
            </a:pPr>
            <a:r>
              <a:t>Vertex AI Search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法令エビデンス検索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GUIDANCE時に法令・通達を自動引用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耐用年数省令、法人税基本通達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Citations として判定結果に付与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3791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16152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Cloud Run + Gemini + Document AI + Vertex AI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見積書</a:t>
            </a:r>
            <a:br/>
            <a:r>
              <a:t>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9202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Document AI</a:t>
            </a:r>
            <a:br/>
            <a:r>
              <a:t>OCR抽出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9202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Cloud Run</a:t>
            </a:r>
            <a:br/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92024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Gemini 3 Pro</a:t>
            </a:r>
            <a:br/>
            <a:r>
              <a:t>thinking=HIGH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92024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0D0D"/>
                </a:solidFill>
                <a:latin typeface="Meiryo UI"/>
              </a:defRPr>
            </a:pPr>
            <a:r>
              <a:t>3値判定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057400" y="2286000"/>
            <a:ext cx="320040" cy="18288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343400" y="2286000"/>
            <a:ext cx="320040" cy="18288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6629400" y="2286000"/>
            <a:ext cx="320040" cy="18288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9281160" y="2286000"/>
            <a:ext cx="320040" cy="18288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3291840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CAPITAL_LIKE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206240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EXPENSE_LIKE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120640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0D0D"/>
                </a:solidFill>
                <a:latin typeface="Meiryo UI"/>
              </a:defRPr>
            </a:pPr>
            <a:r>
              <a:t>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3383280"/>
            <a:ext cx="18288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確信あり → 即判定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4297680"/>
            <a:ext cx="18288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確信あり → 即判定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5212080"/>
            <a:ext cx="22860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判断停止 → 人に聞く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12064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Vertex AI Search</a:t>
            </a:r>
            <a:br/>
            <a:r>
              <a:t>法令エビデンス検索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360920" y="5349240"/>
            <a:ext cx="320040" cy="18288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0149840" y="2880360"/>
            <a:ext cx="182880" cy="27432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943600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Google Cloud AI 4サービス統合  |  ステートレス設計  |  Feature Flag による段階的活用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3791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Agentic設計「止まる → 聞く → 変わる」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16152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Stop-first AI — 判断が割れたら、AIが自ら止まる設計思想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5603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止まる  (Stop)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56032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確信度 &lt; 0.7</a:t>
            </a:r>
            <a:br/>
            <a:r>
              <a:t>→ 自動判定を一時停止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5603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聞く  (Ask)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256032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不足情報を構造化して提示</a:t>
            </a:r>
            <a:br/>
            <a:r>
              <a:t>→ なぜ必要かを説明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25603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変わる  (Change)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256032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回答を受けて再判定</a:t>
            </a:r>
            <a:br/>
            <a:r>
              <a:t>→ Before/After DIFF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3703320" y="2606040"/>
            <a:ext cx="411480" cy="1828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7360920" y="2606040"/>
            <a:ext cx="411480" cy="1828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00400" cy="548640"/>
          </a:xfrm>
          <a:prstGeom prst="roundRect">
            <a:avLst>
              <a:gd name="adj" fmla="val 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CA3AF"/>
                </a:solidFill>
                <a:latin typeface="Meiryo UI"/>
              </a:defRPr>
            </a:pPr>
            <a:r>
              <a:t>比較軸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931920"/>
            <a:ext cx="3200400" cy="548640"/>
          </a:xfrm>
          <a:prstGeom prst="roundRect">
            <a:avLst>
              <a:gd name="adj" fmla="val 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CA3AF"/>
                </a:solidFill>
                <a:latin typeface="Meiryo UI"/>
              </a:defRPr>
            </a:pPr>
            <a:r>
              <a:t>従来の一括判定AI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93192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本システム (Stop-first)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30175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1D5DB"/>
                </a:solidFill>
                <a:latin typeface="Meiryo UI"/>
              </a:defRPr>
            </a:pPr>
            <a:r>
              <a:t>判断方式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72000"/>
            <a:ext cx="30175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全件を自動で判定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72000"/>
            <a:ext cx="39319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4285F4"/>
                </a:solidFill>
                <a:latin typeface="Meiryo UI"/>
              </a:defRPr>
            </a:pPr>
            <a:r>
              <a:t>迷ったら停止し人に委任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30175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1D5DB"/>
                </a:solidFill>
                <a:latin typeface="Meiryo UI"/>
              </a:defRPr>
            </a:pPr>
            <a:r>
              <a:t>曖昧なケース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074920"/>
            <a:ext cx="30175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誤判定 or エラー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074920"/>
            <a:ext cx="39319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4285F4"/>
                </a:solidFill>
                <a:latin typeface="Meiryo UI"/>
              </a:defRPr>
            </a:pPr>
            <a:r>
              <a:t>GUIDANCEとして構造化質問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30175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1D5DB"/>
                </a:solidFill>
                <a:latin typeface="Meiryo UI"/>
              </a:defRPr>
            </a:pPr>
            <a:r>
              <a:t>監査対応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577840"/>
            <a:ext cx="30175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ログ確認が困難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577840"/>
            <a:ext cx="39319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4285F4"/>
                </a:solidFill>
                <a:latin typeface="Meiryo UI"/>
              </a:defRPr>
            </a:pPr>
            <a:r>
              <a:t>Before/After DIFFで完全な証跡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6126480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「AIが止まること」を価値にする — メタ認知をAIに組み込む設計パターン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3791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16152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導入前後の業務変化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BEFORE  手作業での判定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029200" cy="329184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EA4335"/>
                </a:solidFill>
                <a:latin typeface="Meiryo UI"/>
              </a:defRPr>
            </a:pPr>
            <a:r>
              <a:t>  15分 /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見積書1件あたりの判定時間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EA4335"/>
                </a:solidFill>
                <a:latin typeface="Meiryo UI"/>
              </a:defRPr>
            </a:pPr>
            <a:r>
              <a:t>  担当者依存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属人的な暗黙知による判断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EA4335"/>
                </a:solidFill>
                <a:latin typeface="Meiryo UI"/>
              </a:defRPr>
            </a:pPr>
            <a:r>
              <a:t>  月末・決算期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確認を省略しがちで誤判定リスク増大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EA4335"/>
                </a:solidFill>
                <a:latin typeface="Meiryo UI"/>
              </a:defRPr>
            </a:pPr>
            <a:r>
              <a:t>  監査対応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判断根拠の記録が残らない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4592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AFTER  Stop-first AI判定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331720"/>
            <a:ext cx="5029200" cy="329184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4285F4"/>
                </a:solidFill>
                <a:latin typeface="Meiryo UI"/>
              </a:defRPr>
            </a:pPr>
            <a:r>
              <a:t>  5分 / 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処理時間 67% 削減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4285F4"/>
                </a:solidFill>
                <a:latin typeface="Meiryo UI"/>
              </a:defRPr>
            </a:pPr>
            <a:r>
              <a:t>  統一ルール + AI推論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Gemini 3 Pro + 税務知識注入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4285F4"/>
                </a:solidFill>
                <a:latin typeface="Meiryo UI"/>
              </a:defRPr>
            </a:pPr>
            <a:r>
              <a:t>  GUIDANCE行のみ確認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迷った案件だけ優先確認で効率化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4285F4"/>
                </a:solidFill>
                <a:latin typeface="Meiryo UI"/>
              </a:defRPr>
            </a:pPr>
            <a:r>
              <a:t>  Before/After DIFF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66360"/>
            <a:ext cx="4480560" cy="3200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  完全な監査証跡を自動保存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5623560" y="3291840"/>
            <a:ext cx="365760" cy="27432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394960"/>
            <a:ext cx="10607040" cy="822960"/>
          </a:xfrm>
          <a:prstGeom prst="roundRect">
            <a:avLst>
              <a:gd name="adj" fmla="val 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年間削減効果:  中小企業 40時間 / 12万円  |  会計事務所 200時間 / 80万円  |  判断ミス 80%以上削減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3791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成果・実績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16152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定量的な品質指標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02920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Golden Set 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48056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34A853"/>
                </a:solidFill>
                <a:latin typeface="Meiryo U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10件中10件正解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02920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自動テスト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48056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4285F4"/>
                </a:solidFill>
                <a:latin typeface="Meiryo UI"/>
              </a:defRPr>
            </a:pPr>
            <a:r>
              <a:t>136件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pytest 全件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502920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Cloud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448056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4285F4"/>
                </a:solidFill>
                <a:latin typeface="Meiryo UI"/>
              </a:defRPr>
            </a:pPr>
            <a:r>
              <a:t>稼働中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API + UI サーバーレスデプロイ済み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5029200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判定精度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448056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EA4335"/>
                </a:solidFill>
                <a:latin typeface="Meiryo UI"/>
              </a:defRPr>
            </a:pPr>
            <a:r>
              <a:t>Confidence 0.95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94960"/>
            <a:ext cx="448056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明確ケースでの確信度確認済み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6126480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Stop-first 設計 — 曖昧ケースはGUIDANCEで安全に処理  |  誤判定ではなく「要確認」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3791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今後の展望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16152"/>
            <a:ext cx="10673791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Stop-first パターンの拡張可能性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9184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/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2286000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他業務への展開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医療診断の支援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法務レビュー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与信判定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品質検査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291840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057400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/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57400"/>
            <a:ext cx="2286000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会計基準変更への</a:t>
            </a:r>
            <a:br/>
            <a:r>
              <a:t>自動対応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3464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ポリシーファイル更新で対応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3756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税制改正を即座に反映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4048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企業固有ルールの柔軟な設定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4340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GUIDANCE閾値の最適化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82880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29184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0" y="2057400"/>
            <a:ext cx="457200" cy="4572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/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57400"/>
            <a:ext cx="2286000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エコシステム統合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ERP / RPA 連携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3756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バッチ処理の自動化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84048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過去判定との類似検索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274320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D1D5DB"/>
                </a:solidFill>
                <a:latin typeface="Meiryo UI"/>
              </a:defRPr>
            </a:pPr>
            <a:r>
              <a:t>  会計システム直接連携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7784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058400" cy="64008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汎用的な設計パターン — 判断が割れる場面で自動化を停止し人間に確認を求めるアプローチは、</a:t>
            </a:r>
            <a:br/>
            <a:r>
              <a:t>誤判定のコストが高い領域全般に適用可能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「知らないを、知っているAI」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200" b="0">
                <a:solidFill>
                  <a:srgbClr val="4285F4"/>
                </a:solidFill>
                <a:latin typeface="Meiryo UI"/>
              </a:defRPr>
            </a:pPr>
            <a:r>
              <a:t>"Know What You Don't Know" — Metacognitive AI for Fixed Asset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2608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0D0D0D"/>
                </a:solidFill>
                <a:latin typeface="Meiryo UI"/>
              </a:defRPr>
            </a:pPr>
            <a:r>
              <a:t>止まる知性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92608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0D0D0D"/>
                </a:solidFill>
                <a:latin typeface="Meiryo UI"/>
              </a:defRPr>
            </a:pPr>
            <a:r>
              <a:t>迷ったら自ら判断を停止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017520"/>
            <a:ext cx="292608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聞く誠実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474720"/>
            <a:ext cx="292608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不足情報を構造化して質問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92608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292608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変わる柔軟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926080" cy="36576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フィードバックで判定を修正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8912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8869680" cy="54864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4285F4"/>
                </a:solidFill>
                <a:latin typeface="Meiryo UI"/>
              </a:defRPr>
            </a:pPr>
            <a:r>
              <a:t>GitHub:  github.com/Majiro-ns/fixed-asset-agentic    |    Cloud Run:  稼働中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394960"/>
            <a:ext cx="2103120" cy="128016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577840"/>
            <a:ext cx="1920240" cy="9144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[ QR Code ]</a:t>
            </a:r>
            <a:br/>
            <a:r>
              <a:t>リポジトリURL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第4回 Agentic AI Hackathon with Google Cloud  |  Fixed Asset Agentic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55080"/>
            <a:ext cx="10332720" cy="274320"/>
          </a:xfrm>
          <a:prstGeom prst="rect">
            <a:avLst/>
          </a:prstGeom>
          <a:noFill/>
        </p:spPr>
        <p:txBody>
          <a:bodyPr wrap="square" anchor="ctr" tIns="25400" bIns="25400" lIns="76200" rIns="762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Meiryo UI"/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